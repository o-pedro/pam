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96" r:id="rId5"/>
    <p:sldId id="297" r:id="rId6"/>
    <p:sldId id="298" r:id="rId7"/>
    <p:sldId id="299" r:id="rId8"/>
    <p:sldId id="300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2AD20-BC72-4BED-B6FF-24C8FDA99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C80FB5-C75B-478F-8482-04B906682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39BEA5-6C3E-43CF-916E-D5CEB7DA9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A480-0D64-41C6-A72C-0D79FEF2C59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75A96C-31C4-4A7A-8C57-EE1BD2114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06796E-BFDE-4A63-AB85-F4032679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56CFB-2482-473D-888F-234D0ADAE5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5508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F9BFC-AE57-484A-BA90-BA6EEF16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43E8BF-1B4E-4F53-A4CB-A0BBCA277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484A19-106F-4965-9E4D-559290EE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A480-0D64-41C6-A72C-0D79FEF2C59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3384E3-CA08-41E9-B6B1-FA353FD9F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549647-4D92-431E-8CFE-5499209AE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56CFB-2482-473D-888F-234D0ADAE5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9304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B5930-8D5A-49EB-B265-A59B07DD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A497CC-386D-4E42-ACB2-92690C531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FC1BE3-A9BE-4462-B5FA-F9AB368FE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A480-0D64-41C6-A72C-0D79FEF2C59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052EAA-FB8D-44D4-826E-795AEA75B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261B55-77D3-4C92-B33E-452AA130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56CFB-2482-473D-888F-234D0ADAE5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132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BF1D8-A7AC-4717-A951-0B87985E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D4BDE9-34F7-43FC-BB26-53A3C5150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7AC872-26C8-466D-BFBB-A0D608581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D99109-1688-48F2-AC1A-33D71B11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A480-0D64-41C6-A72C-0D79FEF2C59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51A96C-4661-4834-94E0-9A7FB9C7F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0B1BDB-5AC4-40C2-99A8-01D93822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56CFB-2482-473D-888F-234D0ADAE5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5828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8BF6B-AC3B-46DC-8265-B1F33F5D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FA1E40-7513-4E18-A021-1DFB7904D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0600FC-21DC-4215-8DB9-F20F3942E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8BD354C-4DA7-4164-8E48-1DF3667AF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F4BA21-03EE-4A4F-97EF-F2560FCA5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551823-1605-48D7-A313-CE34A5C6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A480-0D64-41C6-A72C-0D79FEF2C59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B272DF2-FF49-4ABF-89DD-AD60E6E7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060148A-08A1-4143-9704-BD4D15527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56CFB-2482-473D-888F-234D0ADAE5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9314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46D56-12AF-4E4B-BDCF-A1580F228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72A15AB-5893-4E51-95EB-285B45AD3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A480-0D64-41C6-A72C-0D79FEF2C59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3C3E358-BE0E-4607-A7E7-9645DE1C1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7B9DD5-DCFB-4B98-9FCE-F3A5035D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56CFB-2482-473D-888F-234D0ADAE5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180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6151B28-3A1E-4B0C-B824-777D2D63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A480-0D64-41C6-A72C-0D79FEF2C59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A553F0-A3BC-4605-B0FD-FC17A231B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9B61C1-A5BA-4B2E-BD8D-27DDC5ED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56CFB-2482-473D-888F-234D0ADAE5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632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C3ED2-70F5-41D3-BC7E-ACB8AB7C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6FA823-6688-443A-89F8-82F4BAF5F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AF26A5-BB45-41C1-BE9D-6D77492F4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B085A0-51D6-4B75-A39B-4346734AC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A480-0D64-41C6-A72C-0D79FEF2C59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C550F7-8BBE-4973-9CC1-28722C22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B7BBC8-BCB1-4B7B-B8EF-7D2000EA8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56CFB-2482-473D-888F-234D0ADAE5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95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95D60-4B04-47DE-908F-FA70DC608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63FB645-4594-4B80-A60F-8E58F97AD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A8C273-1BE7-4A60-BE92-77257B4B4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A5CE9D-F620-4064-B72C-990877D5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A480-0D64-41C6-A72C-0D79FEF2C59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3EB2DA-AE54-4AE7-A16E-4146F43C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4FB478-02D4-48EF-9AE8-C4EF36DF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56CFB-2482-473D-888F-234D0ADAE5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96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AB5E8-93D8-4A6A-B6B4-8350B28F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96A2FFF-8539-4BE2-A7B3-DC928AA01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25507D-52E9-48F0-BB67-2AE0A6C9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A480-0D64-41C6-A72C-0D79FEF2C59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1F9468-4D9F-4689-BE60-ADB75461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11FCC0-D09C-4D98-ABB6-F994795E9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56CFB-2482-473D-888F-234D0ADAE5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13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04C2DE-EAD9-4056-92EE-0487F3504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98BFA1-52EB-45D0-8C04-6FB998122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52DC68-850D-49B8-870C-90D3FA52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FA480-0D64-41C6-A72C-0D79FEF2C59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985B80-CEB8-428D-8B10-EB407999B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8A2B5A-B185-41E8-9813-E0994229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56CFB-2482-473D-888F-234D0ADAE5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5659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DBA8DAE-A8FF-4619-92FA-4BE11E653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99B1B0-AC19-4218-B82A-584743AD5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DD9346-15A1-4F1D-AE7B-13FE9C9C6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FA480-0D64-41C6-A72C-0D79FEF2C591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EFD935-E628-4687-BE8B-BD10591E4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532063-E0F3-44E7-92D8-2CAF4C69C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56CFB-2482-473D-888F-234D0ADAE5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9348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kio4.com/appinventor/293A_extension_gif_animado_click.ht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72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ttp://www.hultprize.org/wp-content/uploads/2017/04/MIT-Logo.png">
            <a:extLst>
              <a:ext uri="{FF2B5EF4-FFF2-40B4-BE49-F238E27FC236}">
                <a16:creationId xmlns:a16="http://schemas.microsoft.com/office/drawing/2014/main" id="{D5EB9C19-F6D6-4991-BD28-8CB59CE28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661888"/>
            <a:ext cx="5294716" cy="353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2" name="Straight Connector 76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https://encrypted-tbn0.gstatic.com/images?q=tbn:ANd9GcSJTS1vWY5J-NbCUtcrHroSjbqT3ppie5rO87at-k6y0C4pZSAidg&amp;s">
            <a:extLst>
              <a:ext uri="{FF2B5EF4-FFF2-40B4-BE49-F238E27FC236}">
                <a16:creationId xmlns:a16="http://schemas.microsoft.com/office/drawing/2014/main" id="{2962CA2F-11EF-4210-9063-5DB60872D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3817" y="1571898"/>
            <a:ext cx="5294715" cy="371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A1D8E5F-05CB-4FDA-B440-B2C4B4E1C9DF}"/>
              </a:ext>
            </a:extLst>
          </p:cNvPr>
          <p:cNvSpPr/>
          <p:nvPr/>
        </p:nvSpPr>
        <p:spPr>
          <a:xfrm>
            <a:off x="3290825" y="5740808"/>
            <a:ext cx="541821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32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Profº</a:t>
            </a:r>
            <a:r>
              <a:rPr lang="pt-BR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Fabio Eduardo dos Santos</a:t>
            </a:r>
          </a:p>
        </p:txBody>
      </p:sp>
    </p:spTree>
    <p:extLst>
      <p:ext uri="{BB962C8B-B14F-4D97-AF65-F5344CB8AC3E}">
        <p14:creationId xmlns:p14="http://schemas.microsoft.com/office/powerpoint/2010/main" val="4154532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hultprize.org/wp-content/uploads/2017/04/MIT-Logo.png">
            <a:extLst>
              <a:ext uri="{FF2B5EF4-FFF2-40B4-BE49-F238E27FC236}">
                <a16:creationId xmlns:a16="http://schemas.microsoft.com/office/drawing/2014/main" id="{D5EB9C19-F6D6-4991-BD28-8CB59CE28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9465" y="5780437"/>
            <a:ext cx="1616345" cy="107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s://encrypted-tbn0.gstatic.com/images?q=tbn:ANd9GcSJTS1vWY5J-NbCUtcrHroSjbqT3ppie5rO87at-k6y0C4pZSAidg&amp;s">
            <a:extLst>
              <a:ext uri="{FF2B5EF4-FFF2-40B4-BE49-F238E27FC236}">
                <a16:creationId xmlns:a16="http://schemas.microsoft.com/office/drawing/2014/main" id="{C6543CE7-B124-4A06-8A35-60710B9CB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130556"/>
            <a:ext cx="1470888" cy="103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E1458AC-36AF-4A01-AE4B-B00BE47747C7}"/>
              </a:ext>
            </a:extLst>
          </p:cNvPr>
          <p:cNvSpPr/>
          <p:nvPr/>
        </p:nvSpPr>
        <p:spPr>
          <a:xfrm>
            <a:off x="3086361" y="2529618"/>
            <a:ext cx="6428363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GERANDO GIF ANIMADO</a:t>
            </a:r>
          </a:p>
          <a:p>
            <a:pPr algn="ctr"/>
            <a:endParaRPr lang="pt-BR" sz="4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pt-BR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8169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hultprize.org/wp-content/uploads/2017/04/MIT-Logo.png">
            <a:extLst>
              <a:ext uri="{FF2B5EF4-FFF2-40B4-BE49-F238E27FC236}">
                <a16:creationId xmlns:a16="http://schemas.microsoft.com/office/drawing/2014/main" id="{D5EB9C19-F6D6-4991-BD28-8CB59CE28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9465" y="5780437"/>
            <a:ext cx="1616345" cy="107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s://encrypted-tbn0.gstatic.com/images?q=tbn:ANd9GcSJTS1vWY5J-NbCUtcrHroSjbqT3ppie5rO87at-k6y0C4pZSAidg&amp;s">
            <a:extLst>
              <a:ext uri="{FF2B5EF4-FFF2-40B4-BE49-F238E27FC236}">
                <a16:creationId xmlns:a16="http://schemas.microsoft.com/office/drawing/2014/main" id="{C6543CE7-B124-4A06-8A35-60710B9CB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130556"/>
            <a:ext cx="1470888" cy="103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9710FDC-CE93-4F77-8FF7-A739AB6057B5}"/>
              </a:ext>
            </a:extLst>
          </p:cNvPr>
          <p:cNvSpPr/>
          <p:nvPr/>
        </p:nvSpPr>
        <p:spPr>
          <a:xfrm>
            <a:off x="1259849" y="1738421"/>
            <a:ext cx="10526343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OBTENHA A BIBLIOTECA DE ANIMAÇÃO</a:t>
            </a:r>
          </a:p>
          <a:p>
            <a:pPr algn="ctr"/>
            <a:r>
              <a:rPr lang="pt-BR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LINK ABAIXO </a:t>
            </a:r>
            <a:endParaRPr lang="pt-BR" sz="4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pt-BR" sz="4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pt-BR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http://kio4.com/appinventor/293A_extension_gif_animado_click.htm</a:t>
            </a:r>
            <a:r>
              <a:rPr lang="pt-BR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pt-BR" sz="4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999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hultprize.org/wp-content/uploads/2017/04/MIT-Logo.png">
            <a:extLst>
              <a:ext uri="{FF2B5EF4-FFF2-40B4-BE49-F238E27FC236}">
                <a16:creationId xmlns:a16="http://schemas.microsoft.com/office/drawing/2014/main" id="{D5EB9C19-F6D6-4991-BD28-8CB59CE28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9465" y="5780437"/>
            <a:ext cx="1616345" cy="107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s://encrypted-tbn0.gstatic.com/images?q=tbn:ANd9GcSJTS1vWY5J-NbCUtcrHroSjbqT3ppie5rO87at-k6y0C4pZSAidg&amp;s">
            <a:extLst>
              <a:ext uri="{FF2B5EF4-FFF2-40B4-BE49-F238E27FC236}">
                <a16:creationId xmlns:a16="http://schemas.microsoft.com/office/drawing/2014/main" id="{C6543CE7-B124-4A06-8A35-60710B9CB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130556"/>
            <a:ext cx="1470888" cy="103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9710FDC-CE93-4F77-8FF7-A739AB6057B5}"/>
              </a:ext>
            </a:extLst>
          </p:cNvPr>
          <p:cNvSpPr/>
          <p:nvPr/>
        </p:nvSpPr>
        <p:spPr>
          <a:xfrm>
            <a:off x="1583504" y="1046867"/>
            <a:ext cx="9301521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 área de exten</a:t>
            </a:r>
            <a:r>
              <a:rPr lang="pt-BR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sões dentro do </a:t>
            </a:r>
            <a:r>
              <a:rPr lang="pt-BR" sz="4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Mit</a:t>
            </a:r>
            <a:r>
              <a:rPr lang="pt-BR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pt-BR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realizar a importação e colocar</a:t>
            </a:r>
          </a:p>
          <a:p>
            <a:pPr algn="ctr"/>
            <a:r>
              <a:rPr lang="pt-BR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posteriormente o</a:t>
            </a:r>
            <a:r>
              <a:rPr lang="pt-BR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objeto na </a:t>
            </a:r>
            <a:r>
              <a:rPr lang="pt-BR" sz="4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Screen</a:t>
            </a:r>
            <a:endParaRPr lang="pt-BR" sz="4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pt-BR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673" y="3879072"/>
            <a:ext cx="5543739" cy="190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8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hultprize.org/wp-content/uploads/2017/04/MIT-Logo.png">
            <a:extLst>
              <a:ext uri="{FF2B5EF4-FFF2-40B4-BE49-F238E27FC236}">
                <a16:creationId xmlns:a16="http://schemas.microsoft.com/office/drawing/2014/main" id="{D5EB9C19-F6D6-4991-BD28-8CB59CE28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9465" y="5780437"/>
            <a:ext cx="1616345" cy="107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s://encrypted-tbn0.gstatic.com/images?q=tbn:ANd9GcSJTS1vWY5J-NbCUtcrHroSjbqT3ppie5rO87at-k6y0C4pZSAidg&amp;s">
            <a:extLst>
              <a:ext uri="{FF2B5EF4-FFF2-40B4-BE49-F238E27FC236}">
                <a16:creationId xmlns:a16="http://schemas.microsoft.com/office/drawing/2014/main" id="{C6543CE7-B124-4A06-8A35-60710B9CB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130556"/>
            <a:ext cx="1470888" cy="103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9710FDC-CE93-4F77-8FF7-A739AB6057B5}"/>
              </a:ext>
            </a:extLst>
          </p:cNvPr>
          <p:cNvSpPr/>
          <p:nvPr/>
        </p:nvSpPr>
        <p:spPr>
          <a:xfrm>
            <a:off x="2069720" y="324972"/>
            <a:ext cx="8669745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Iremos colocar uma imagem na interface</a:t>
            </a:r>
          </a:p>
          <a:p>
            <a:pPr algn="ctr"/>
            <a:r>
              <a:rPr lang="pt-BR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para vincularmos ao </a:t>
            </a:r>
            <a:r>
              <a:rPr lang="pt-BR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gif</a:t>
            </a:r>
            <a:r>
              <a:rPr lang="pt-BR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posteriormente</a:t>
            </a:r>
            <a:endParaRPr lang="pt-BR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pt-BR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643" y="1867099"/>
            <a:ext cx="7321968" cy="4310204"/>
          </a:xfrm>
          <a:prstGeom prst="rect">
            <a:avLst/>
          </a:prstGeom>
        </p:spPr>
      </p:pic>
      <p:sp>
        <p:nvSpPr>
          <p:cNvPr id="6" name="Seta para a direita 5"/>
          <p:cNvSpPr/>
          <p:nvPr/>
        </p:nvSpPr>
        <p:spPr>
          <a:xfrm rot="8737137">
            <a:off x="9017686" y="4102768"/>
            <a:ext cx="733927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0511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hultprize.org/wp-content/uploads/2017/04/MIT-Logo.png">
            <a:extLst>
              <a:ext uri="{FF2B5EF4-FFF2-40B4-BE49-F238E27FC236}">
                <a16:creationId xmlns:a16="http://schemas.microsoft.com/office/drawing/2014/main" id="{D5EB9C19-F6D6-4991-BD28-8CB59CE28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9465" y="5780437"/>
            <a:ext cx="1616345" cy="107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s://encrypted-tbn0.gstatic.com/images?q=tbn:ANd9GcSJTS1vWY5J-NbCUtcrHroSjbqT3ppie5rO87at-k6y0C4pZSAidg&amp;s">
            <a:extLst>
              <a:ext uri="{FF2B5EF4-FFF2-40B4-BE49-F238E27FC236}">
                <a16:creationId xmlns:a16="http://schemas.microsoft.com/office/drawing/2014/main" id="{C6543CE7-B124-4A06-8A35-60710B9CB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130556"/>
            <a:ext cx="1470888" cy="103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9710FDC-CE93-4F77-8FF7-A739AB6057B5}"/>
              </a:ext>
            </a:extLst>
          </p:cNvPr>
          <p:cNvSpPr/>
          <p:nvPr/>
        </p:nvSpPr>
        <p:spPr>
          <a:xfrm>
            <a:off x="1924817" y="324972"/>
            <a:ext cx="895956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Por fim iremos criar a parte de codificação</a:t>
            </a:r>
          </a:p>
          <a:p>
            <a:pPr algn="ctr"/>
            <a:r>
              <a:rPr lang="pt-BR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491" y="1359819"/>
            <a:ext cx="5894220" cy="424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567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CA0F30CFC7ED4197F70BE9F70817A2" ma:contentTypeVersion="9" ma:contentTypeDescription="Crie um novo documento." ma:contentTypeScope="" ma:versionID="bcfe2b79b3355d6dd1e8e80908ccada9">
  <xsd:schema xmlns:xsd="http://www.w3.org/2001/XMLSchema" xmlns:xs="http://www.w3.org/2001/XMLSchema" xmlns:p="http://schemas.microsoft.com/office/2006/metadata/properties" xmlns:ns2="4a4fb12c-176a-44ad-bcaa-16f79f44354f" xmlns:ns3="abe3c918-7ece-49d1-8c42-f08ef9b6658d" targetNamespace="http://schemas.microsoft.com/office/2006/metadata/properties" ma:root="true" ma:fieldsID="5eb353be7dcbe7d5949149453569cdaa" ns2:_="" ns3:_="">
    <xsd:import namespace="4a4fb12c-176a-44ad-bcaa-16f79f44354f"/>
    <xsd:import namespace="abe3c918-7ece-49d1-8c42-f08ef9b665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4fb12c-176a-44ad-bcaa-16f79f4435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e3c918-7ece-49d1-8c42-f08ef9b6658d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7210b83-74ff-4e0c-bda7-5305116cdc14}" ma:internalName="TaxCatchAll" ma:showField="CatchAllData" ma:web="abe3c918-7ece-49d1-8c42-f08ef9b665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045642-D217-4FB9-918D-B7EC4E32DA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4fb12c-176a-44ad-bcaa-16f79f44354f"/>
    <ds:schemaRef ds:uri="abe3c918-7ece-49d1-8c42-f08ef9b665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7226CC-F703-454F-B732-2D11852868B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76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Master</dc:creator>
  <cp:lastModifiedBy>Fabio Eduardo dos Santos</cp:lastModifiedBy>
  <cp:revision>35</cp:revision>
  <dcterms:created xsi:type="dcterms:W3CDTF">2020-01-22T02:34:02Z</dcterms:created>
  <dcterms:modified xsi:type="dcterms:W3CDTF">2026-04-27T17:39:43Z</dcterms:modified>
</cp:coreProperties>
</file>